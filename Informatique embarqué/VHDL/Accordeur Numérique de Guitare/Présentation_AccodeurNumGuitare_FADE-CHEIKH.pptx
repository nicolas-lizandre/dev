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16CDAD64-D0C4-9B37-FE63-F8FBC31525A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fr-FR"/>
              <a:t>FADE Lizandre, CHEIKH SIDIYA Abdellahi -- ENSEA 2025-2026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F49EC14-61EC-35DD-02EE-A9D47A79856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9C51E1-FBFF-460A-B191-14AE0696AE64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7B1F80E-50AB-F0A1-ED4D-3DAB9400173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F4BF993-14A0-122B-15A4-130CDB7E179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4B91DD-D28E-4E2E-921D-A4F48FEC86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73541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fr-FR"/>
              <a:t>FADE Lizandre, CHEIKH SIDIYA Abdellahi -- ENSEA 2025-2026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9B517E-CAB6-4A98-897E-277F348F3F9E}" type="datetimeFigureOut">
              <a:rPr lang="fr-FR" smtClean="0"/>
              <a:t>02/01/2026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E995FA-CD6D-48A0-BCA9-FD4ADEE68F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44085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264618-391C-9BD7-83BA-44BA108CD4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12BCCB6-95E1-DF98-DA90-2550DCE78E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86B30FC-8707-E99D-4EC7-3C1176071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0210A-99DE-44AC-968A-193E9BDC2259}" type="datetime1">
              <a:rPr lang="fr-FR" smtClean="0"/>
              <a:t>02/01/2026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A343CF6-5835-EAB4-8F89-313389150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FADE Lizandre, CHEIKH SIDIYA Abdellahi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99E4C75-1CC7-0DA4-8E8E-FAA049DDA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F2168-D4B7-4FDD-BF72-0C793ECB42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5187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152E93-410B-A6AC-A39C-F07B5A802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D3DEDE-8067-7220-A828-C0D0C0F93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50AD1DF-64A1-EAEB-35CF-628A85ABA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8D9AF-34CC-4B13-ADDD-C5307D48D84C}" type="datetime1">
              <a:rPr lang="fr-FR" smtClean="0"/>
              <a:t>02/01/2026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6CC5B5-18F4-BD04-FA6A-EDD2C7BAE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FADE Lizandre, CHEIKH SIDIYA Abdellahi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B9A61F5-14AA-6174-1BC9-AED3B527D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F2168-D4B7-4FDD-BF72-0C793ECB42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4981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5BAB1B-7E50-9EF7-AD32-2C0556A68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803551A-BE13-04C9-F8AB-6EF7EB0CB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6041D5A-A605-BB4A-0E23-90D765B5E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32AF2-8966-4829-BDB5-2D28B6FCC324}" type="datetime1">
              <a:rPr lang="fr-FR" smtClean="0"/>
              <a:t>02/01/2026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5C8A3E5-3D73-3B6D-E86D-6E5BCC519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FADE Lizandre, CHEIKH SIDIYA Abdellahi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80477D9-C74D-04C3-7882-BA6ABA480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F2168-D4B7-4FDD-BF72-0C793ECB42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1316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AB83E2-F4AB-F7BA-F317-3ECD7B033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B231F8-5642-5CE7-1356-4439CD2CE3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A8704DF-DA47-A90F-FB9F-E8BCA13334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F0C9DD-3A0C-128E-30AF-64F1A3C13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9DD67-CAA2-4A20-B5E4-2DBD8419979C}" type="datetime1">
              <a:rPr lang="fr-FR" smtClean="0"/>
              <a:t>02/01/2026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9B8E64E-1A6E-380E-8256-72587DC04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FADE Lizandre, CHEIKH SIDIYA Abdellahi</a:t>
            </a:r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6524180-A0D0-923C-1C79-2C5579812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F2168-D4B7-4FDD-BF72-0C793ECB42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7184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15BDBD-5108-40D1-446D-32079C446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BE18FC7-E827-B886-A41D-B72668B25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88AA4DE-362F-6400-AABC-18D8A50372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408E5DD-CDA7-E2F2-C86B-8A6DFD8C9D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8FDBD17-8F10-B731-E877-DE477C28EF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BAF098F-B489-BF26-350F-C70D2BE98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43A36-D2D4-4424-9953-1FBC057653C2}" type="datetime1">
              <a:rPr lang="fr-FR" smtClean="0"/>
              <a:t>02/01/2026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E4E6B45-5105-12A3-4C3D-9BB809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FADE Lizandre, CHEIKH SIDIYA Abdellahi</a:t>
            </a:r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FD3A520-BFA9-02D0-95B2-5AE430D2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F2168-D4B7-4FDD-BF72-0C793ECB42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589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E33E4F-F88B-DFD2-48A6-C5F41406B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6C2CBBF-52B2-A342-FE3E-EF110D607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C9255-5285-4BD9-B441-C9F812CCDB2A}" type="datetime1">
              <a:rPr lang="fr-FR" smtClean="0"/>
              <a:t>02/01/2026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A62A0EC-C3BB-45E0-A8D0-20F955B39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FADE Lizandre, CHEIKH SIDIYA Abdellahi</a:t>
            </a:r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BEFCB58-1CF3-7900-02C2-692B2A219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F2168-D4B7-4FDD-BF72-0C793ECB42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8068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F933970-8D75-3E85-7F56-85FFD48E0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6BE18-01D1-4E47-A1B8-04C8ED4ADF73}" type="datetime1">
              <a:rPr lang="fr-FR" smtClean="0"/>
              <a:t>02/01/2026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39B3E5D-C8CD-CEA7-B54F-EA61D61D9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FADE Lizandre, CHEIKH SIDIYA Abdellahi</a:t>
            </a:r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4D52AC9-BB8F-EE7A-5AE7-D133BF88B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F2168-D4B7-4FDD-BF72-0C793ECB42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3827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675C04-5A5F-2816-0A90-F88DD4025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9B5F6E-996D-9D41-59B4-D1521CC36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9D05BC7-4D92-8DA1-E051-82D994BFA0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D36A854-892F-F929-8413-003E899EB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A3EB0-D509-416F-8433-D04C4FE94D78}" type="datetime1">
              <a:rPr lang="fr-FR" smtClean="0"/>
              <a:t>02/01/2026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8D79D23-A8FD-2CB7-9C80-D3225DFB2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FADE Lizandre, CHEIKH SIDIYA Abdellahi</a:t>
            </a:r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B8B6BBE-8F67-2009-E053-D6070533D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F2168-D4B7-4FDD-BF72-0C793ECB42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7924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FC90DB-34A5-D5EF-C81B-7168C72A3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86C301E-5099-2675-F998-CA9D2B8600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6C89BEB-90D0-55B3-8425-F27F47057C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DFECB24-56AD-5ABB-C82B-7848F81E4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252A7-5823-427D-B7D1-E4582F3C6E5E}" type="datetime1">
              <a:rPr lang="fr-FR" smtClean="0"/>
              <a:t>02/01/2026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8538545-51F8-7761-AC6F-C5A18A4C9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FADE Lizandre, CHEIKH SIDIYA Abdellahi</a:t>
            </a:r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0FAB17D-9251-629C-E302-BD8B825F2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F2168-D4B7-4FDD-BF72-0C793ECB42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4977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E86C74-1711-1C23-D38B-DECC51E87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F2D920E-DB50-B7AF-7B24-0D0779408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476C9A2-CC9B-8197-A810-2EC383306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C5EEF-9374-4478-A8AD-39F2149BE5BE}" type="datetime1">
              <a:rPr lang="fr-FR" smtClean="0"/>
              <a:t>02/01/2026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7EDB25D-ACE0-F879-379A-C2A0A4957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FADE Lizandre, CHEIKH SIDIYA Abdellahi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611C76F-757D-F5A1-7729-7859F990E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F2168-D4B7-4FDD-BF72-0C793ECB42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8315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E38EA06-6095-BA8E-25CC-469539422E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1333010-69DF-A81E-934E-78D7733FB1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0020A0F-2B32-5E00-2D3E-BA1B48EFE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D71B3-D12C-4ED9-B45F-001BF12A53A5}" type="datetime1">
              <a:rPr lang="fr-FR" smtClean="0"/>
              <a:t>02/01/2026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310A7B7-0D31-7966-7268-F39B558C5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FADE Lizandre, CHEIKH SIDIYA Abdellahi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6EF326F-60D7-F384-02E0-CE36BF264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F2168-D4B7-4FDD-BF72-0C793ECB42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2964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66CD291-4F98-0ED0-E68F-148F37C86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79CFDD5-FBCD-7330-FF62-E811CB957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538F76D-4162-AC66-AA3C-1031338C57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14D0D6-EB82-4848-A345-A5C7C3DFC524}" type="datetime1">
              <a:rPr lang="fr-FR" smtClean="0"/>
              <a:t>02/01/2026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51B60A9-24CA-4973-BD10-ECF7BFE730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sv-SE"/>
              <a:t>FADE Lizandre, CHEIKH SIDIYA Abdellahi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A3A62E-ACBB-8463-2F26-43C805733C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5F2168-D4B7-4FDD-BF72-0C793ECB42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3332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www.amazon.fr/TIGER-CT-99-chromatique-%C3%A9lectrique-acoustique/dp/B01KJQ8KZ6/ref=sr_1_31?adgrpid=1360096820538587&amp;dib=eyJ2IjoiMSJ9.NXyCkFEIzBwjwlm_yWnCnqpWxgkJOd4peoDOLioq8bMlobHw9HKGx3_Ey1AYs7hCRN2qQYPs3pDUoTKbo3K_22zPI9M4DhAIQWzKjA8Zhsz91TVgNs-BpjSUIePP_dfXfpwQ8U2GshcuBqVpeQyF3VB7FTHigvpmwGYWjOmlfS1szPzvUDgmCPGtJe-1Xmf8jS_MFcYTLvOrBT3IT_9-MGWyLu0XI8lVgd3WilZLAFamUc5W-VDCBLIqFUdFLpA2ODR5Dr8RR7paJnezLn9qliRX1t1GYOZduZ_sD5LcNV0.iiVuX8WJi5p-W3Dw9IdiMrKfpzTlJsRaJqWD63Kvcog&amp;dib_tag=se&amp;hvadid=85006515151618&amp;hvbmt=bp&amp;hvdev=c&amp;hvlocphy=188323&amp;hvnetw=o&amp;hvqmt=p&amp;hvtargid=kwd-85006578904237%3Aloc-66&amp;hydadcr=10471_2152818&amp;keywords=accordeur+pour+basse&amp;mcid=fa25c242586432f1aeda6d9b14a1c0a7&amp;msclkid=f8111d5beeb21efc45a0740c7a7f47df&amp;qid=1767347430&amp;sr=8-31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C8897871-D3A2-5E0C-4EC6-95A1D025A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D4646E3-A3E4-6BD2-751E-EB4A5821D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8281" y="228600"/>
            <a:ext cx="979543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5400" dirty="0"/>
              <a:t>Projet 2A : 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5400" dirty="0"/>
              <a:t>Accordeur numérique de guitare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898B6D0-F8A4-68E9-6B93-BD49C0059034}"/>
              </a:ext>
            </a:extLst>
          </p:cNvPr>
          <p:cNvSpPr txBox="1"/>
          <p:nvPr/>
        </p:nvSpPr>
        <p:spPr>
          <a:xfrm>
            <a:off x="119721" y="6214359"/>
            <a:ext cx="5160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hlinkClick r:id="rId2"/>
              </a:rPr>
              <a:t>TIGER CT-99 Accordeur de guitare</a:t>
            </a:r>
            <a:endParaRPr lang="fr-FR" dirty="0"/>
          </a:p>
        </p:txBody>
      </p:sp>
      <p:pic>
        <p:nvPicPr>
          <p:cNvPr id="2058" name="Picture 10">
            <a:extLst>
              <a:ext uri="{FF2B5EF4-FFF2-40B4-BE49-F238E27FC236}">
                <a16:creationId xmlns:a16="http://schemas.microsoft.com/office/drawing/2014/main" id="{12D3324C-61D9-A807-83DF-F791E7CBF9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88"/>
          <a:stretch>
            <a:fillRect/>
          </a:stretch>
        </p:blipFill>
        <p:spPr bwMode="auto">
          <a:xfrm>
            <a:off x="4201884" y="1837242"/>
            <a:ext cx="3788231" cy="4561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481C5A48-702C-4847-2424-1FB38721D207}"/>
              </a:ext>
            </a:extLst>
          </p:cNvPr>
          <p:cNvSpPr txBox="1"/>
          <p:nvPr/>
        </p:nvSpPr>
        <p:spPr>
          <a:xfrm>
            <a:off x="7795245" y="6075859"/>
            <a:ext cx="42770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FADE Lizandre, CHEIKH SIDIYA Abdellahi</a:t>
            </a:r>
            <a:endParaRPr lang="fr-FR" dirty="0"/>
          </a:p>
          <a:p>
            <a:r>
              <a:rPr lang="fr-FR" u="sng" dirty="0"/>
              <a:t>Superviseur</a:t>
            </a:r>
            <a:r>
              <a:rPr lang="fr-FR" dirty="0"/>
              <a:t> : JOSSE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3851988-4BDE-57C5-41DA-E4E6FEB72BF5}"/>
              </a:ext>
            </a:extLst>
          </p:cNvPr>
          <p:cNvSpPr txBox="1"/>
          <p:nvPr/>
        </p:nvSpPr>
        <p:spPr>
          <a:xfrm>
            <a:off x="119721" y="0"/>
            <a:ext cx="3154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2025-2026</a:t>
            </a:r>
          </a:p>
        </p:txBody>
      </p:sp>
      <p:pic>
        <p:nvPicPr>
          <p:cNvPr id="2068" name="Picture 20" descr="Admissions – École Nationale Supérieure de l'Électronique et de ses ...">
            <a:extLst>
              <a:ext uri="{FF2B5EF4-FFF2-40B4-BE49-F238E27FC236}">
                <a16:creationId xmlns:a16="http://schemas.microsoft.com/office/drawing/2014/main" id="{F9EC5C2F-DE6F-0C9C-4A25-C634772E9C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6658" y="-99713"/>
            <a:ext cx="1565063" cy="1565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6045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4BCB6B-6F66-A2FE-6F36-D462E854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466E7B-0FAA-6017-243C-60463AE39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Introduction</a:t>
            </a:r>
          </a:p>
          <a:p>
            <a:r>
              <a:rPr lang="fr-FR" dirty="0"/>
              <a:t>Partie Numérique</a:t>
            </a:r>
          </a:p>
          <a:p>
            <a:r>
              <a:rPr lang="fr-FR" dirty="0"/>
              <a:t>Partie Analogique</a:t>
            </a:r>
          </a:p>
          <a:p>
            <a:r>
              <a:rPr lang="fr-FR" dirty="0"/>
              <a:t>Conclusion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9915EF1-FA1F-D4E9-EBDB-95C54BEEE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308987" cy="365125"/>
          </a:xfrm>
        </p:spPr>
        <p:txBody>
          <a:bodyPr/>
          <a:lstStyle/>
          <a:p>
            <a:r>
              <a:rPr lang="sv-SE" dirty="0"/>
              <a:t>FADE Lizandre, CHEIKH SIDIYA Abdellahi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9FDCEB3-3A2A-0936-0CD3-EA22BAF02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F2168-D4B7-4FDD-BF72-0C793ECB4200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7056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949FB-07F5-0640-199E-B9D5E5EFE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E50143-F676-F9B1-1545-8B0FFFA36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Introduction (1/2) : Objectif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BC27E4B-4C14-C009-51B9-837C0C19A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328652" cy="365125"/>
          </a:xfrm>
        </p:spPr>
        <p:txBody>
          <a:bodyPr/>
          <a:lstStyle/>
          <a:p>
            <a:r>
              <a:rPr lang="sv-SE"/>
              <a:t>FADE Lizandre, CHEIKH SIDIYA Abdellahi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EC0FB4A-3812-F8F3-D6DD-527211B17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F2168-D4B7-4FDD-BF72-0C793ECB4200}" type="slidenum">
              <a:rPr lang="fr-FR" smtClean="0"/>
              <a:t>3</a:t>
            </a:fld>
            <a:endParaRPr lang="fr-FR"/>
          </a:p>
        </p:txBody>
      </p:sp>
      <p:pic>
        <p:nvPicPr>
          <p:cNvPr id="6" name="Image 5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863FD2BC-38B1-A669-DDD5-C5BD12963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41890"/>
            <a:ext cx="6972534" cy="257008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2F71EDE5-2611-037F-7606-94A7E06B0157}"/>
              </a:ext>
            </a:extLst>
          </p:cNvPr>
          <p:cNvSpPr txBox="1"/>
          <p:nvPr/>
        </p:nvSpPr>
        <p:spPr>
          <a:xfrm>
            <a:off x="1042737" y="4644659"/>
            <a:ext cx="101065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Objectif</a:t>
            </a:r>
            <a:r>
              <a:rPr lang="fr-FR" dirty="0"/>
              <a:t> : Réaliser un circuit FPGA et PCB pour afficher la précision des notes jouées d’une corde de guitare afin de l’accorder.</a:t>
            </a: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DFC74DEF-9881-2E3A-C6FB-85A022C313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635271">
            <a:off x="7554599" y="1082716"/>
            <a:ext cx="4663372" cy="2261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0549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A1D90-27E2-CDE1-A4B5-A516AF9B9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BA8647-FDD9-A054-BB3E-CC2FA10EE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038" y="346429"/>
            <a:ext cx="11594961" cy="1325563"/>
          </a:xfrm>
        </p:spPr>
        <p:txBody>
          <a:bodyPr/>
          <a:lstStyle/>
          <a:p>
            <a:r>
              <a:rPr lang="fr-FR" dirty="0"/>
              <a:t>Introduction (2/2) : Cahier des charges &amp; outils utilisés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BC0660F-5EB9-D608-36EE-697FC4837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328652" cy="365125"/>
          </a:xfrm>
        </p:spPr>
        <p:txBody>
          <a:bodyPr/>
          <a:lstStyle/>
          <a:p>
            <a:r>
              <a:rPr lang="sv-SE"/>
              <a:t>FADE Lizandre, CHEIKH SIDIYA Abdellahi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C3686F3-D6B1-575D-0CD3-4573EF212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F2168-D4B7-4FDD-BF72-0C793ECB4200}" type="slidenum">
              <a:rPr lang="fr-FR" smtClean="0"/>
              <a:t>4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BFFDFF1-B1D4-DB36-50DD-C1231FC61316}"/>
              </a:ext>
            </a:extLst>
          </p:cNvPr>
          <p:cNvSpPr txBox="1"/>
          <p:nvPr/>
        </p:nvSpPr>
        <p:spPr>
          <a:xfrm>
            <a:off x="1042737" y="4905916"/>
            <a:ext cx="101065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Objectif</a:t>
            </a:r>
            <a:r>
              <a:rPr lang="fr-FR" dirty="0"/>
              <a:t> : Réaliser un circuit FPGA et PCB pour afficher la précision des notes jouées d’une corde de guitare afin de l’accorder.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6600379-F052-9305-C1B8-CC1EE1B2E5EE}"/>
              </a:ext>
            </a:extLst>
          </p:cNvPr>
          <p:cNvSpPr txBox="1"/>
          <p:nvPr/>
        </p:nvSpPr>
        <p:spPr>
          <a:xfrm>
            <a:off x="491613" y="1750142"/>
            <a:ext cx="3224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Cahier des charges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C84FE95-3542-263A-1FBB-7BD0B46AB022}"/>
              </a:ext>
            </a:extLst>
          </p:cNvPr>
          <p:cNvSpPr txBox="1"/>
          <p:nvPr/>
        </p:nvSpPr>
        <p:spPr>
          <a:xfrm>
            <a:off x="6757219" y="1767418"/>
            <a:ext cx="3224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Outils utilisés</a:t>
            </a:r>
          </a:p>
        </p:txBody>
      </p:sp>
    </p:spTree>
    <p:extLst>
      <p:ext uri="{BB962C8B-B14F-4D97-AF65-F5344CB8AC3E}">
        <p14:creationId xmlns:p14="http://schemas.microsoft.com/office/powerpoint/2010/main" val="2639388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889A9-24E7-22BA-5C4B-6D3F75C9D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7F7D2B-DF28-0B7F-090C-4CD44672A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038" y="346429"/>
            <a:ext cx="11594961" cy="1325563"/>
          </a:xfrm>
        </p:spPr>
        <p:txBody>
          <a:bodyPr/>
          <a:lstStyle/>
          <a:p>
            <a:r>
              <a:rPr lang="fr-FR" dirty="0"/>
              <a:t>Introduction (3/3) : Fonctionnement FPGA attendu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8E44C60-A0F0-3C62-DB9C-9A5286049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328652" cy="365125"/>
          </a:xfrm>
        </p:spPr>
        <p:txBody>
          <a:bodyPr/>
          <a:lstStyle/>
          <a:p>
            <a:r>
              <a:rPr lang="sv-SE"/>
              <a:t>FADE Lizandre, CHEIKH SIDIYA Abdellahi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6B7D00E-0C61-7613-AF03-AA4EC09DE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F2168-D4B7-4FDD-BF72-0C793ECB4200}" type="slidenum">
              <a:rPr lang="fr-FR" smtClean="0"/>
              <a:t>5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A81ECA2-82A8-E2E7-0F02-220FE37D6017}"/>
              </a:ext>
            </a:extLst>
          </p:cNvPr>
          <p:cNvSpPr txBox="1"/>
          <p:nvPr/>
        </p:nvSpPr>
        <p:spPr>
          <a:xfrm>
            <a:off x="1042737" y="4905916"/>
            <a:ext cx="101065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Objectif</a:t>
            </a:r>
            <a:r>
              <a:rPr lang="fr-FR" dirty="0"/>
              <a:t> : Réaliser un circuit FPGA et PCB pour afficher la précision des notes jouées d’une corde de guitare afin de l’accorder.</a:t>
            </a:r>
          </a:p>
        </p:txBody>
      </p:sp>
    </p:spTree>
    <p:extLst>
      <p:ext uri="{BB962C8B-B14F-4D97-AF65-F5344CB8AC3E}">
        <p14:creationId xmlns:p14="http://schemas.microsoft.com/office/powerpoint/2010/main" val="3181034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A77B3-498E-574C-C1DD-E5E0FEC81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BC5193-6D64-E22D-650A-4F641192E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038" y="346429"/>
            <a:ext cx="11594961" cy="1325563"/>
          </a:xfrm>
        </p:spPr>
        <p:txBody>
          <a:bodyPr/>
          <a:lstStyle/>
          <a:p>
            <a:r>
              <a:rPr lang="fr-FR" dirty="0"/>
              <a:t>PARTIE Numérique (1/?) : Fonctionnement FPGA attendu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923B9CB-30D5-AB8E-44E9-5ED28091E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328652" cy="365125"/>
          </a:xfrm>
        </p:spPr>
        <p:txBody>
          <a:bodyPr/>
          <a:lstStyle/>
          <a:p>
            <a:r>
              <a:rPr lang="sv-SE"/>
              <a:t>FADE Lizandre, CHEIKH SIDIYA Abdellahi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2DE1AFE-4839-90CF-1D11-32E56969D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F2168-D4B7-4FDD-BF72-0C793ECB4200}" type="slidenum">
              <a:rPr lang="fr-FR" smtClean="0"/>
              <a:t>6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FE67B5F-8336-747D-FF77-EBC242501232}"/>
              </a:ext>
            </a:extLst>
          </p:cNvPr>
          <p:cNvSpPr txBox="1"/>
          <p:nvPr/>
        </p:nvSpPr>
        <p:spPr>
          <a:xfrm>
            <a:off x="1042737" y="4905916"/>
            <a:ext cx="101065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Objectif</a:t>
            </a:r>
            <a:r>
              <a:rPr lang="fr-FR" dirty="0"/>
              <a:t> : Réaliser un circuit FPGA et PCB pour afficher la précision des notes jouées d’une corde de guitare afin de l’accorder.</a:t>
            </a:r>
          </a:p>
        </p:txBody>
      </p:sp>
    </p:spTree>
    <p:extLst>
      <p:ext uri="{BB962C8B-B14F-4D97-AF65-F5344CB8AC3E}">
        <p14:creationId xmlns:p14="http://schemas.microsoft.com/office/powerpoint/2010/main" val="417360549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195</Words>
  <Application>Microsoft Office PowerPoint</Application>
  <PresentationFormat>Grand écran</PresentationFormat>
  <Paragraphs>31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Thème Office</vt:lpstr>
      <vt:lpstr>Présentation PowerPoint</vt:lpstr>
      <vt:lpstr>Sommaire</vt:lpstr>
      <vt:lpstr>Introduction (1/2) : Objectif</vt:lpstr>
      <vt:lpstr>Introduction (2/2) : Cahier des charges &amp; outils utilisés</vt:lpstr>
      <vt:lpstr>Introduction (3/3) : Fonctionnement FPGA attendu</vt:lpstr>
      <vt:lpstr>PARTIE Numérique (1/?) : Fonctionnement FPGA attendu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Lizandre FADE</dc:creator>
  <cp:lastModifiedBy>Lizandre FADE</cp:lastModifiedBy>
  <cp:revision>1</cp:revision>
  <dcterms:created xsi:type="dcterms:W3CDTF">2026-01-02T09:46:25Z</dcterms:created>
  <dcterms:modified xsi:type="dcterms:W3CDTF">2026-01-02T10:23:22Z</dcterms:modified>
</cp:coreProperties>
</file>